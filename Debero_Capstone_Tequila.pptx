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6"/>
    <p:restoredTop sz="94691"/>
  </p:normalViewPr>
  <p:slideViewPr>
    <p:cSldViewPr snapToGrid="0">
      <p:cViewPr varScale="1">
        <p:scale>
          <a:sx n="108" d="100"/>
          <a:sy n="108" d="100"/>
        </p:scale>
        <p:origin x="216" y="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985C-4144-5A9A-1EF9-514676F2E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CA587-1A4D-6CDE-472B-B65467003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7DF4-B6F9-D9DE-69A3-FB97826A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0B91C-8822-DFB8-A849-19C4E54C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F9AF3-FBB1-94FB-4560-4DF3BBB5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5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B56D-CB49-1A4D-8EB9-615A4E1F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224-E500-4C0E-A2D2-A29F4ECE6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4D189-B5DA-9B75-1066-8F86EB6D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FD3F5-B8E1-BCFC-E65A-8DF7F771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E021-E1CC-F2B6-6ACE-BAA02E87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34A6-5ACA-5B10-B8DE-59DB79D5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5A9A-0C03-5E02-2664-6E99938E4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9DDD-2F2B-0BFE-6C18-E0951D30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DD83B-00A5-1BA6-37B8-08B98F23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FB0A2-207A-44B5-EEF8-B7C44769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D7EF3-532E-8BBA-2FAA-ACCB3E88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7C74-6935-7D0D-C99F-8BE399C96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574FE-5180-ECDE-D7BA-669011762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5E1D6-5CE7-D5FD-E09A-8C3C0D64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509C6-1FF6-C7C7-795C-1B36F35A2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E0B8-836B-C9CA-ECA1-7ECDB5DD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D4CD-EC40-338D-EA5E-54CB8CF3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56898-F8D5-9B4D-BEB8-5252B55B9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5B89E-736A-A61E-03BB-E2650FCD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F8521-3988-68D8-AC80-023218806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23C5F-1AE1-F1F1-8D9B-5CAA5BC67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5ECF1-CD9B-7E80-4D8E-8BA073C3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04D6C-7B9E-82AE-541D-D44847E8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37A50-FF25-F629-9E47-D1028732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0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41A51-1377-7219-0FFE-D27A6CC2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45124-0CFF-54DA-6753-2876FFE3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14036-4A64-9FC6-F9BE-7D031E6A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D4433-59E6-72C8-6C77-AA073134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4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AE044-69EA-25D7-224C-B84C4781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3450F-75E0-F9FA-83E6-ED0E26B4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0B82B-1C15-A01A-15D7-20AC1CB2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9A9A-1CA1-797E-1FAA-8615444EB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8661-F1A2-83A7-D0F2-C34E9A7BD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FB63-E597-4831-A85D-5BD88278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07810-492F-F274-C082-FBC24AC0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12D62-3488-9801-519D-C00B5A91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7B2DA-0BF5-1127-CD97-D5B7DAA2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6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B09A-23F4-0686-EB73-FED89A52B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F18C9-C87C-92EF-FEB0-F6B0A227C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9289A-5458-053C-0E80-A5F463531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D133A-21C9-E23D-73F5-A241B5E2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A5C0C-20C5-2B6D-B7B0-5254ECC9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10FF-816B-A245-DDE0-CDB18BF7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7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80D2-F6A6-CC78-0792-17B48EEB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7332B-4979-778A-1113-FFCA5BE1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2C629-0CC0-76E3-7FD6-21CC1491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DB053-D6C4-63C9-A1DF-3247518D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376A0-22D8-E74F-2E30-F35AEDED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0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E0E1D-5FAE-63BB-8CB5-FCBD4A88C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72E62-2A60-0911-1E9C-A46D8C403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90EF8-42A6-0DF6-3125-F67ADF5D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4BF36-D0B6-C2A3-D459-0CFADACC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01B4F-AE91-6402-D267-17EF15DA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9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807F4-C40D-A953-AF9E-976AD4AB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C6226-EF2D-37D2-08D2-7041817FC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7F1D-1823-81D4-6996-A44D14345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4BE9C-215F-064A-A5B9-A3771EB8025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640B-3FB6-88B8-D216-67A3CC2B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6F7D-F26A-A295-D100-538DF7910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5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756477-EF4F-647C-0401-F275F59BE5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4530BEB-4533-703F-7F61-C0AC3244B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687" y="1232453"/>
            <a:ext cx="2464904" cy="125233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Eyerusalem Debero She/Her</a:t>
            </a:r>
            <a:b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Capstone</a:t>
            </a:r>
            <a:b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Dallas, TX</a:t>
            </a:r>
            <a:b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04/30/2026</a:t>
            </a:r>
          </a:p>
        </p:txBody>
      </p:sp>
    </p:spTree>
    <p:extLst>
      <p:ext uri="{BB962C8B-B14F-4D97-AF65-F5344CB8AC3E}">
        <p14:creationId xmlns:p14="http://schemas.microsoft.com/office/powerpoint/2010/main" val="3069131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98192-2B37-0C3F-6A50-A519AA249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02" y="1087610"/>
            <a:ext cx="2534398" cy="1270982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Scenario 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33020-1685-83CD-2ACE-623A07DF9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Dataset: Iowa Liquor Sales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Focus: TEQUILA category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Goal: Analyze sales trends, top products, and store performance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ED720-46F2-02CF-B9CA-C160B0F9A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831" y="639520"/>
            <a:ext cx="7929235" cy="548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0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5378A-D534-9044-D4AA-CE4C58E0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Summary Statistics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FC2E3-22A8-D339-D4A3-BFA5D506E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$21.4 Million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Bottle Price: $20.31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Product: Jose Cuervo Especial Reposado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59DF1-2224-0E51-8320-7B0CBFB6A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306" y="547233"/>
            <a:ext cx="8361060" cy="606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8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29E10-5FAA-8FB7-00DE-BE93B16D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233671" cy="1502664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 (High-Performing Stores)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86DC-E6B3-1501-EFB2-D5048E9E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190" y="459189"/>
            <a:ext cx="5897880" cy="13293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High-performing stores generate most revenue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Store 2633 is the top seller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Strong demand for tequila products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250AA3-762E-D53A-5F08-EDE39761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14" y="1786597"/>
            <a:ext cx="4903080" cy="4614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B8E4D7-A194-20BA-16E2-8AF828CBD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452" y="1959864"/>
            <a:ext cx="6885019" cy="406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3AA9E-EAC7-189F-18B2-669FCF1B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WEAKNESSES (LOW-PERFORMING STORES)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08EFE-B7C4-9FBF-D4CD-0E186A3B9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Some stores generate extremely low tequila revenue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Stores such as 4875 ($60.90) and 4325 ($64.94) perform far below others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This shows uneven performance across store locations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67A8D6-16FC-EB8F-25F8-AFB1955F8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3" y="2290936"/>
            <a:ext cx="4399281" cy="43829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9A5693-796F-C2E3-7E90-187BD5AE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7" y="2046304"/>
            <a:ext cx="6867144" cy="450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432BE-B915-CDB7-4EF9-BCE77BD2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29" y="644652"/>
            <a:ext cx="4343400" cy="1085850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 by County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42B2E-EC89-DDE8-3D05-1800F6613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2" y="2187702"/>
            <a:ext cx="5450603" cy="4060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31BBC-774C-EBCB-869E-37F888E4A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99132"/>
            <a:ext cx="5468112" cy="4201668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5992502-5B2E-E2D2-75DF-B27C1DA09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1963" y="608717"/>
            <a:ext cx="61440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Polk County generates the highest tequila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Some populated areas still have lower sales potential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Weak-performing regions may have future growth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65931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3FCF2-EB71-10AC-192F-3B3B24D7D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857250"/>
          </a:xfrm>
        </p:spPr>
        <p:txBody>
          <a:bodyPr anchor="ctr"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Threats: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Competition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73CB-8F50-8725-1092-F99675929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033975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Large vendors dominate tequila sales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Market competition is very strong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Smaller vendors may struggle to compete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F637D-287D-58BA-D43C-F4CA51CD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32" y="1771650"/>
            <a:ext cx="4513382" cy="4636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67C3E-AC0F-73AA-FAEC-244810DF7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282" y="1948375"/>
            <a:ext cx="6511562" cy="464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FE87E-F9DC-D0D1-2BEE-FD265E7A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3A25F-AB87-AB87-BB27-DCF1729F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11" r="2" b="1327"/>
          <a:stretch>
            <a:fillRect/>
          </a:stretch>
        </p:blipFill>
        <p:spPr>
          <a:xfrm>
            <a:off x="498834" y="2276856"/>
            <a:ext cx="6419325" cy="43771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D91F-5742-BD7C-732D-B44808D24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helped transform raw sales data into business insights.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Top-performing stores were identified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Best-selling products were found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Revenue patterns were analyzed</a:t>
            </a:r>
          </a:p>
        </p:txBody>
      </p:sp>
    </p:spTree>
    <p:extLst>
      <p:ext uri="{BB962C8B-B14F-4D97-AF65-F5344CB8AC3E}">
        <p14:creationId xmlns:p14="http://schemas.microsoft.com/office/powerpoint/2010/main" val="39074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212</Words>
  <Application>Microsoft Macintosh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Business  Scenario </vt:lpstr>
      <vt:lpstr>Key Summary Statistics</vt:lpstr>
      <vt:lpstr>STRENGTHS (High-Performing Stores)</vt:lpstr>
      <vt:lpstr>WEAKNESSES (LOW-PERFORMING STORES)</vt:lpstr>
      <vt:lpstr>Opportunities:  Growth by County</vt:lpstr>
      <vt:lpstr>Threats:  Vendor Competition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eyerusalem debero</dc:creator>
  <cp:lastModifiedBy>eyerusalem debero</cp:lastModifiedBy>
  <cp:revision>10</cp:revision>
  <dcterms:created xsi:type="dcterms:W3CDTF">2026-04-29T19:30:41Z</dcterms:created>
  <dcterms:modified xsi:type="dcterms:W3CDTF">2026-05-01T05:54:54Z</dcterms:modified>
</cp:coreProperties>
</file>