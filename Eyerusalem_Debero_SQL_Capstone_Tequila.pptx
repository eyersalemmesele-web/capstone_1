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8" r:id="rId4"/>
    <p:sldId id="259" r:id="rId5"/>
    <p:sldId id="265" r:id="rId6"/>
    <p:sldId id="260" r:id="rId7"/>
    <p:sldId id="266" r:id="rId8"/>
    <p:sldId id="261" r:id="rId9"/>
    <p:sldId id="267" r:id="rId10"/>
    <p:sldId id="262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4"/>
    <p:restoredTop sz="94695"/>
  </p:normalViewPr>
  <p:slideViewPr>
    <p:cSldViewPr snapToGrid="0">
      <p:cViewPr>
        <p:scale>
          <a:sx n="92" d="100"/>
          <a:sy n="92" d="100"/>
        </p:scale>
        <p:origin x="144" y="6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85C-4144-5A9A-1EF9-514676F2E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CA587-1A4D-6CDE-472B-B65467003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C7DF4-B6F9-D9DE-69A3-FB97826A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0B91C-8822-DFB8-A849-19C4E54C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F9AF3-FBB1-94FB-4560-4DF3BBB5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5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B56D-CB49-1A4D-8EB9-615A4E1F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224-E500-4C0E-A2D2-A29F4ECE6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4D189-B5DA-9B75-1066-8F86EB6D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FD3F5-B8E1-BCFC-E65A-8DF7F771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E021-E1CC-F2B6-6ACE-BAA02E87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9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34A6-5ACA-5B10-B8DE-59DB79D5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5A9A-0C03-5E02-2664-6E99938E4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9DDD-2F2B-0BFE-6C18-E0951D30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DD83B-00A5-1BA6-37B8-08B98F23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FB0A2-207A-44B5-EEF8-B7C44769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4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D7EF3-532E-8BBA-2FAA-ACCB3E88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7C74-6935-7D0D-C99F-8BE399C96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574FE-5180-ECDE-D7BA-669011762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5E1D6-5CE7-D5FD-E09A-8C3C0D64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509C6-1FF6-C7C7-795C-1B36F35A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E0B8-836B-C9CA-ECA1-7ECDB5DD4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D4CD-EC40-338D-EA5E-54CB8CF3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56898-F8D5-9B4D-BEB8-5252B55B9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5B89E-736A-A61E-03BB-E2650FCD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F8521-3988-68D8-AC80-023218806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23C5F-1AE1-F1F1-8D9B-5CAA5BC67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5ECF1-CD9B-7E80-4D8E-8BA073C3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04D6C-7B9E-82AE-541D-D44847E8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37A50-FF25-F629-9E47-D1028732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0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1A51-1377-7219-0FFE-D27A6CC2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45124-0CFF-54DA-6753-2876FFE3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14036-4A64-9FC6-F9BE-7D031E6A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D4433-59E6-72C8-6C77-AA073134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4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AE044-69EA-25D7-224C-B84C4781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3450F-75E0-F9FA-83E6-ED0E26B4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0B82B-1C15-A01A-15D7-20AC1CB2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9A9A-1CA1-797E-1FAA-8615444EB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B8661-F1A2-83A7-D0F2-C34E9A7BD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FB63-E597-4831-A85D-5BD88278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07810-492F-F274-C082-FBC24AC0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12D62-3488-9801-519D-C00B5A91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7B2DA-0BF5-1127-CD97-D5B7DAA2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6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B09A-23F4-0686-EB73-FED89A52B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F18C9-C87C-92EF-FEB0-F6B0A227C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9289A-5458-053C-0E80-A5F463531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D133A-21C9-E23D-73F5-A241B5E2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A5C0C-20C5-2B6D-B7B0-5254ECC9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10FF-816B-A245-DDE0-CDB18BF7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7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80D2-F6A6-CC78-0792-17B48EEB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7332B-4979-778A-1113-FFCA5BE1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2C629-0CC0-76E3-7FD6-21CC1491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DB053-D6C4-63C9-A1DF-3247518D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76A0-22D8-E74F-2E30-F35AEDED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0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E0E1D-5FAE-63BB-8CB5-FCBD4A88C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72E62-2A60-0911-1E9C-A46D8C403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90EF8-42A6-0DF6-3125-F67ADF5D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4BF36-D0B6-C2A3-D459-0CFADACC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01B4F-AE91-6402-D267-17EF15DA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807F4-C40D-A953-AF9E-976AD4AB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C6226-EF2D-37D2-08D2-7041817FC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7F1D-1823-81D4-6996-A44D14345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4BE9C-215F-064A-A5B9-A3771EB80258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640B-3FB6-88B8-D216-67A3CC2B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6F7D-F26A-A295-D100-538DF7910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4EBFA-B0F1-534A-83B7-BD1E638AF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5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56477-EF4F-647C-0401-F275F59BE5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4530BEB-4533-703F-7F61-C0AC3244B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687" y="1232453"/>
            <a:ext cx="2464904" cy="125233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Eyerusalem Debero She/Her</a:t>
            </a:r>
            <a:b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Capstone</a:t>
            </a:r>
            <a:b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Dallas, TX</a:t>
            </a:r>
            <a:b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04/30/2026</a:t>
            </a:r>
          </a:p>
        </p:txBody>
      </p:sp>
    </p:spTree>
    <p:extLst>
      <p:ext uri="{BB962C8B-B14F-4D97-AF65-F5344CB8AC3E}">
        <p14:creationId xmlns:p14="http://schemas.microsoft.com/office/powerpoint/2010/main" val="3069131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623A4-DA71-C2DE-309A-DF763C16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b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 Scenario </a:t>
            </a:r>
            <a:endParaRPr lang="en-US" sz="48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2F683-1292-9AB1-3D3D-9F6E8CDA5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Dataset: Iowa Liquor Sales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Focus: TEQUILA category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Goal: Analyze sales trends, top products, and store performance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goal of this analysis is to identify performance differences across stores, counties, and vendors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2D0C5-C06A-55A3-04EC-AEEE6690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67" y="2290936"/>
            <a:ext cx="8603108" cy="410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0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5378A-D534-9044-D4AA-CE4C58E0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Summary Statistics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C2E3-22A8-D339-D4A3-BFA5D506E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$21.4 Million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Bottle Price: $20.31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Product: Jose Cuervo Especial Reposado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totals help establish the overall scale of tequila sales before analyzing patterns in detail.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59DF1-2224-0E51-8320-7B0CBFB6A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306" y="547233"/>
            <a:ext cx="8361060" cy="606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8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29E10-5FAA-8FB7-00DE-BE93B16D0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233671" cy="1502664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 1: Top Store Performance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86DC-E6B3-1501-EFB2-D5048E9E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1" y="457200"/>
            <a:ext cx="5897880" cy="13293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High-performing stores generate most revenue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 2633 is the top seller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Strong demand for tequila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250AA3-762E-D53A-5F08-EDE397618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14" y="1786597"/>
            <a:ext cx="4903080" cy="4614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8E4D7-A194-20BA-16E2-8AF828CBD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452" y="1959864"/>
            <a:ext cx="6885019" cy="406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6316D-06CD-879F-79C4-9709D241B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Strengths 2: Vendor Performance</a:t>
            </a: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4E8A35-58FC-798D-67A1-56B12EF441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263" y="457200"/>
            <a:ext cx="6007608" cy="19293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 few vendors generate most tequila revenue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Sales are heavily concentrated among top suppliers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Vendor performance strongly impacts total revenue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EFCAB2-6E4D-F2AB-0986-3A4120D9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127" y="2569464"/>
            <a:ext cx="4216546" cy="3831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74196B-29AB-A252-3AD5-C96D9A054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569464"/>
            <a:ext cx="6162809" cy="38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64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3AA9E-EAC7-189F-18B2-669FCF1B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 (LOW-PERFORMING STORES)</a:t>
            </a:r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269F2B0-D704-70F0-0B9D-0B6935B446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1263" y="457200"/>
            <a:ext cx="6007608" cy="19293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tores have very low tequila sales (below $100)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Performance is not consistent across all stores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202D1-8245-31CF-21A7-5B4D7219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46" y="2569464"/>
            <a:ext cx="4087708" cy="3678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8DBF16-8045-9834-0041-A20EA151A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140" y="2360400"/>
            <a:ext cx="6445853" cy="42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4CC19-9C17-49AF-5F90-557F2C1F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4630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Weaknesses: Uneven Revenue Distribution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BC7CCC-8B23-3F2A-8ED5-A57086DDAB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0106" y="586822"/>
            <a:ext cx="6106742" cy="1645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is concentrated in a small number of stores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Underperforming stores reduce overall balance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Heavy dependence on top stores creates risk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F65616-F8F6-8F0B-9B5B-1E3115AEE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5" y="2742475"/>
            <a:ext cx="3324857" cy="3892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C1146B-153E-3B09-760B-6DA09DEC3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860" y="2606945"/>
            <a:ext cx="7292004" cy="38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4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432BE-B915-CDB7-4EF9-BCE77BD2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2B7F-F106-C9E4-6914-E9DA04A34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5026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Polk County has the highest revenue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Some high-population areas may be underused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Growth opportunity in weak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42B2E-EC89-DDE8-3D05-1800F6613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38" y="2386584"/>
            <a:ext cx="5183647" cy="3861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31BBC-774C-EBCB-869E-37F888E4A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199132"/>
            <a:ext cx="5468112" cy="42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19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E58B3-355B-7723-CC27-23FC4EFD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Opportunities:</a:t>
            </a:r>
            <a:b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 Market Expansion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DA28B9-42B7-81BE-8A99-25B4DD6D8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Lower-performing counties may improve through marketing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Expanding inventory could increase tequila sales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Businesses can target new customer groups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23E87-7481-A9DC-FC14-A96116C69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05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2179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3FCF2-EB71-10AC-192F-3B3B24D7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2216450" cy="1033975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1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73CB-8F50-8725-1092-F99675929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033975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Strong competition between vendors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Market dominated by top brands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Need to focus on best-selling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F637D-287D-58BA-D43C-F4CA51CD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88" y="1593274"/>
            <a:ext cx="3935564" cy="4815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67C3E-AC0F-73AA-FAEC-244810DF7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282" y="1948375"/>
            <a:ext cx="6511562" cy="464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4FDEA-D49A-C8D3-673B-0865E02C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THREATS 2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D817-1909-8EE6-1421-C720E7B0A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Large vendors control much of the tequila market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Smaller vendors face strong competition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Market concentration may reduce future growth opportunities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51FF8-CF23-202C-0F8E-85134D67A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7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7307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FE87E-F9DC-D0D1-2BEE-FD265E7A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3A25F-AB87-AB87-BB27-DCF1729F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11" r="2" b="1327"/>
          <a:stretch>
            <a:fillRect/>
          </a:stretch>
        </p:blipFill>
        <p:spPr>
          <a:xfrm>
            <a:off x="498834" y="2276856"/>
            <a:ext cx="6419325" cy="43771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D91F-5742-BD7C-732D-B44808D24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helped transform raw sales data into business insights Key findings: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Top stores identified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Best-selling products found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Revenue patterns analyzed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Businesses should improve weaker stores and expand growth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9074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1826</TotalTime>
  <Words>332</Words>
  <Application>Microsoft Macintosh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Business  Scenario </vt:lpstr>
      <vt:lpstr>Key Summary Statistics</vt:lpstr>
      <vt:lpstr>Strengths 1: Top Store Performance</vt:lpstr>
      <vt:lpstr>Strengths 2: Vendor Performance</vt:lpstr>
      <vt:lpstr>WEAKNESSES (LOW-PERFORMING STORES)</vt:lpstr>
      <vt:lpstr>Weaknesses: Uneven Revenue Distribution</vt:lpstr>
      <vt:lpstr>OPPORTUNITIES</vt:lpstr>
      <vt:lpstr>Opportunities:  Market Expansion</vt:lpstr>
      <vt:lpstr>THREATS 1</vt:lpstr>
      <vt:lpstr>THREATS 2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eyerusalem debero</dc:creator>
  <cp:lastModifiedBy>eyerusalem debero</cp:lastModifiedBy>
  <cp:revision>10</cp:revision>
  <dcterms:created xsi:type="dcterms:W3CDTF">2026-04-29T19:30:41Z</dcterms:created>
  <dcterms:modified xsi:type="dcterms:W3CDTF">2026-05-01T09:13:42Z</dcterms:modified>
</cp:coreProperties>
</file>